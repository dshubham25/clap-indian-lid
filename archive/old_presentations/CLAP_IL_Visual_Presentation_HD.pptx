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Indian Language Identification using Audio Foundation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Architecture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Zero-Shot CLAP (Baseline)</a:t>
            </a:r>
          </a:p>
        </p:txBody>
      </p:sp>
      <p:pic>
        <p:nvPicPr>
          <p:cNvPr id="3" name="Picture 2" descr="zero_sho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40278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Results: Strong In-Domain (~75%), but fails completely in Cross-Domain due to rigid text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CoOp (Context Optimization)</a:t>
            </a:r>
          </a:p>
        </p:txBody>
      </p:sp>
      <p:pic>
        <p:nvPicPr>
          <p:cNvPr id="3" name="Picture 2" descr="coo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3957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Modification: Replaces discrete words with continuous learnable vectors (Pink).</a:t>
            </a:r>
          </a:p>
          <a:p>
            <a:pPr>
              <a:defRPr sz="1800"/>
            </a:pPr>
            <a:r>
              <a:t>Results: 53.17% (In-Domain) | 28.40% (Cross-Domain). Succumbs to Catastrophic Domain Overfitting.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CoCoOp (Conditional Context Optimization)</a:t>
            </a:r>
          </a:p>
        </p:txBody>
      </p:sp>
      <p:pic>
        <p:nvPicPr>
          <p:cNvPr id="3" name="Picture 2" descr="cocoo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177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Modification: Introduces Meta-Net (Pink) to dynamically adapt the prompt to each audio instance.</a:t>
            </a:r>
          </a:p>
          <a:p>
            <a:pPr>
              <a:defRPr sz="1800"/>
            </a:pPr>
            <a:r>
              <a:t>Results: Near SOTA 89.58% (In-Domain) | 24.75% (Cross-Domain). Highly powerful but heavily reliant on domain-specific acoustic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PALM (Prompt Alignment Learning)</a:t>
            </a:r>
          </a:p>
        </p:txBody>
      </p:sp>
      <p:pic>
        <p:nvPicPr>
          <p:cNvPr id="3" name="Picture 2" descr="palm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38084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Modification: Adds a learnable adapter (Pink) to force alignment between Audio and Text spaces.</a:t>
            </a:r>
          </a:p>
          <a:p>
            <a:pPr>
              <a:defRPr sz="1800"/>
            </a:pPr>
            <a:r>
              <a:t>Results: 76.05% (In-Domain) | 25.66% (Cross-Domain).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Alternative Acoustic Encoders</a:t>
            </a:r>
          </a:p>
        </p:txBody>
      </p:sp>
      <p:pic>
        <p:nvPicPr>
          <p:cNvPr id="3" name="Picture 2" descr="alt_encoder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28362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Modification: Abandons the Contrastive Text Encoder entirely for a pure Supervised Linear Probe (Pink).</a:t>
            </a:r>
          </a:p>
          <a:p>
            <a:pPr>
              <a:defRPr sz="1800"/>
            </a:pPr>
            <a:r>
              <a:t>Results: Whisper dropped only slightly (95% -&gt; 82%) in cross-domain, proving the failure lies in the rigid Prompt-Audio alignment, not just acoustic degradation.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XAI: Why did prompts fail? (LIME)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Text Encoder analysis: Did the text prompt fail?</a:t>
            </a:r>
          </a:p>
          <a:p>
            <a:pPr>
              <a:defRPr sz="1800"/>
            </a:pPr>
            <a:r>
              <a:t>LIME proves it assigned max positive weight to 'Marathi'.</a:t>
            </a:r>
          </a:p>
          <a:p>
            <a:pPr>
              <a:defRPr sz="1800"/>
            </a:pPr>
            <a:r>
              <a:t>Conclusion: The text prompt functioned perfectly.</a:t>
            </a:r>
          </a:p>
        </p:txBody>
      </p:sp>
      <p:pic>
        <p:nvPicPr>
          <p:cNvPr id="4" name="Picture 3" descr="lim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623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XAI: Acoustic Shift (t-SNE)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Visualizing the Latent Space.</a:t>
            </a:r>
          </a:p>
          <a:p>
            <a:pPr>
              <a:defRPr sz="1800"/>
            </a:pPr>
            <a:r>
              <a:t>The YouTube Audio (Red) physically shifted away from the prompt anchors due to background noise.</a:t>
            </a:r>
          </a:p>
          <a:p>
            <a:pPr>
              <a:defRPr sz="1800"/>
            </a:pPr>
            <a:r>
              <a:t>Final Conclusion: Static text prompts misaligned with shifting audio embeddings.</a:t>
            </a:r>
          </a:p>
        </p:txBody>
      </p:sp>
      <p:pic>
        <p:nvPicPr>
          <p:cNvPr id="4" name="Picture 3" descr="tsne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